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701" autoAdjust="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01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0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40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39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24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44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17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52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4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618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859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9417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719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164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5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35E8B-8786-446F-9E80-A619FF04C67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37055CB-9E71-4E29-B5FC-A7C403004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81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C173-FD85-25AA-6D34-63381653F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1700329" y="1793592"/>
            <a:ext cx="9804283" cy="82212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Management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/>
              <a:t>Process Scheduling, Memory Allocation &amp; I/O Operations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04414-6735-A531-F0B7-8E205C4B4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4337" y="2965282"/>
            <a:ext cx="7766108" cy="36507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CSA0401 – Operating systems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6884D-B233-F619-A6AD-EEFE775C2F92}"/>
              </a:ext>
            </a:extLst>
          </p:cNvPr>
          <p:cNvSpPr txBox="1"/>
          <p:nvPr/>
        </p:nvSpPr>
        <p:spPr>
          <a:xfrm>
            <a:off x="1700329" y="5096097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Guided By: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J. RUBY ELIZABETH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4136B-17FC-D00F-4A6D-2789F7EEF126}"/>
              </a:ext>
            </a:extLst>
          </p:cNvPr>
          <p:cNvSpPr txBox="1"/>
          <p:nvPr/>
        </p:nvSpPr>
        <p:spPr>
          <a:xfrm>
            <a:off x="8078599" y="4953591"/>
            <a:ext cx="32444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SOBITHA 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192571046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FCB6A4-06D4-5428-6E4F-89F7B9055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06" y="209094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A768-5FFA-4EA2-08A0-8D046777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792" y="1448641"/>
            <a:ext cx="7236876" cy="81040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E6171-E453-0CBB-1DC9-1122BD988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799" y="2514600"/>
            <a:ext cx="9838267" cy="37776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(OS) is system software that acts as an interface between users, applications, and computer hardware.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Responsibilities: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(I/O) management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resource allocation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Windows , Linux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36730-B468-F525-6077-A8EAB505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96396"/>
            <a:ext cx="8195733" cy="7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3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F9D4-56E2-FD4E-0B28-DC39DE7B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597" y="1783266"/>
            <a:ext cx="8911687" cy="66779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FUNCTIONS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7FE5F-601D-6D9D-4AE4-975D340A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96" y="2882195"/>
            <a:ext cx="10052997" cy="3777622"/>
          </a:xfrm>
        </p:spPr>
        <p:txBody>
          <a:bodyPr>
            <a:normAutofit fontScale="925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users and programs can share CPU, memory, and devices.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 manages simultaneous execution of processes.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Handling: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or prevents processes from waiting forever.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 to hardware and software interrupts quickly.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and handles hardware or software failures.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AB14A-000B-7F0E-9829-059DA613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47" y="357233"/>
            <a:ext cx="8911687" cy="81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3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56D8-9D14-19F4-109B-DDC779D9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822" y="1190750"/>
            <a:ext cx="8911687" cy="76007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7DC7-326A-E505-DCB8-068FEF98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090" y="1957405"/>
            <a:ext cx="8915400" cy="377762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is the mechanism used by the Operating System to select which process from the ready queue should get the CPU for execution next.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D2467-D93A-97BF-B327-D3428737BA83}"/>
              </a:ext>
            </a:extLst>
          </p:cNvPr>
          <p:cNvSpPr/>
          <p:nvPr/>
        </p:nvSpPr>
        <p:spPr>
          <a:xfrm>
            <a:off x="3867320" y="3310166"/>
            <a:ext cx="4695229" cy="446714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Long-Term Scheduler (Job Scheduler):</a:t>
            </a:r>
            <a:r>
              <a:rPr lang="en-IN" dirty="0"/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B254EC-EE22-9B9B-AE9A-650E9A500FF3}"/>
              </a:ext>
            </a:extLst>
          </p:cNvPr>
          <p:cNvSpPr/>
          <p:nvPr/>
        </p:nvSpPr>
        <p:spPr>
          <a:xfrm>
            <a:off x="3724713" y="4226543"/>
            <a:ext cx="5159228" cy="446714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Scheduler (CPU Scheduler):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DAA2C6-FC15-5CB5-614C-C9204664C6F4}"/>
              </a:ext>
            </a:extLst>
          </p:cNvPr>
          <p:cNvSpPr/>
          <p:nvPr/>
        </p:nvSpPr>
        <p:spPr>
          <a:xfrm>
            <a:off x="4243523" y="5100746"/>
            <a:ext cx="3942825" cy="446714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Medium-Term Scheduler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7EFC33-AFC3-12BB-9543-E952E3DF7476}"/>
              </a:ext>
            </a:extLst>
          </p:cNvPr>
          <p:cNvSpPr/>
          <p:nvPr/>
        </p:nvSpPr>
        <p:spPr>
          <a:xfrm>
            <a:off x="4470026" y="6040072"/>
            <a:ext cx="3489821" cy="426109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Dispatcher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544E8C2-60B2-7C54-8F60-F199B5FDDE07}"/>
              </a:ext>
            </a:extLst>
          </p:cNvPr>
          <p:cNvSpPr/>
          <p:nvPr/>
        </p:nvSpPr>
        <p:spPr>
          <a:xfrm>
            <a:off x="5972618" y="3812217"/>
            <a:ext cx="210068" cy="40116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A5D3B91-C743-E078-E10D-BF9434F84CEE}"/>
              </a:ext>
            </a:extLst>
          </p:cNvPr>
          <p:cNvSpPr/>
          <p:nvPr/>
        </p:nvSpPr>
        <p:spPr>
          <a:xfrm>
            <a:off x="5962921" y="4705992"/>
            <a:ext cx="210068" cy="40116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16176DC-A484-ACF8-BCB0-5FBD8F04894D}"/>
              </a:ext>
            </a:extLst>
          </p:cNvPr>
          <p:cNvSpPr/>
          <p:nvPr/>
        </p:nvSpPr>
        <p:spPr>
          <a:xfrm>
            <a:off x="5972618" y="5580195"/>
            <a:ext cx="210068" cy="40116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255E89-0CEB-2177-3081-4A8FDE17B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522" y="168965"/>
            <a:ext cx="7890934" cy="72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8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D8B0F-1EC9-8249-397B-E55E88DB0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825" y="1126066"/>
            <a:ext cx="5103812" cy="4092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5B16DC-F2AA-928D-C366-0121F56415C8}"/>
              </a:ext>
            </a:extLst>
          </p:cNvPr>
          <p:cNvSpPr/>
          <p:nvPr/>
        </p:nvSpPr>
        <p:spPr>
          <a:xfrm>
            <a:off x="4093825" y="1761716"/>
            <a:ext cx="4311942" cy="46978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First-Come, First-Served (FCFS)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F5EA1C-DECF-777F-6FBB-BFA13449303E}"/>
              </a:ext>
            </a:extLst>
          </p:cNvPr>
          <p:cNvSpPr/>
          <p:nvPr/>
        </p:nvSpPr>
        <p:spPr>
          <a:xfrm>
            <a:off x="4093824" y="2722159"/>
            <a:ext cx="4311943" cy="50335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Shortest Job First (SJF)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46D293-E5DD-0773-7E49-FAE5E914D447}"/>
              </a:ext>
            </a:extLst>
          </p:cNvPr>
          <p:cNvSpPr/>
          <p:nvPr/>
        </p:nvSpPr>
        <p:spPr>
          <a:xfrm>
            <a:off x="4093826" y="3720517"/>
            <a:ext cx="4311944" cy="46978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Round Robin (RR)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17CE81-6360-424A-757F-B90767A65936}"/>
              </a:ext>
            </a:extLst>
          </p:cNvPr>
          <p:cNvSpPr/>
          <p:nvPr/>
        </p:nvSpPr>
        <p:spPr>
          <a:xfrm>
            <a:off x="4093824" y="4702023"/>
            <a:ext cx="4311943" cy="46978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Priority Scheduling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341319-666F-0F6C-1DF7-9EB49F705762}"/>
              </a:ext>
            </a:extLst>
          </p:cNvPr>
          <p:cNvSpPr/>
          <p:nvPr/>
        </p:nvSpPr>
        <p:spPr>
          <a:xfrm>
            <a:off x="4093823" y="5700319"/>
            <a:ext cx="4311944" cy="5536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Multilevel Queue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1896D34-8F3E-92FC-326F-AE465646A667}"/>
              </a:ext>
            </a:extLst>
          </p:cNvPr>
          <p:cNvSpPr/>
          <p:nvPr/>
        </p:nvSpPr>
        <p:spPr>
          <a:xfrm>
            <a:off x="6055062" y="2252446"/>
            <a:ext cx="193338" cy="469786"/>
          </a:xfrm>
          <a:prstGeom prst="down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8107B8F-9D29-A022-FB14-76BD9CF4E4DA}"/>
              </a:ext>
            </a:extLst>
          </p:cNvPr>
          <p:cNvSpPr/>
          <p:nvPr/>
        </p:nvSpPr>
        <p:spPr>
          <a:xfrm>
            <a:off x="6055062" y="3242347"/>
            <a:ext cx="193338" cy="469786"/>
          </a:xfrm>
          <a:prstGeom prst="down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8DFCDC5-CF94-FC28-4A69-0D41D3C14E3F}"/>
              </a:ext>
            </a:extLst>
          </p:cNvPr>
          <p:cNvSpPr/>
          <p:nvPr/>
        </p:nvSpPr>
        <p:spPr>
          <a:xfrm>
            <a:off x="6055062" y="4207139"/>
            <a:ext cx="193338" cy="469786"/>
          </a:xfrm>
          <a:prstGeom prst="down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DBAAE0D-3E8C-1528-9409-6F9F146F797D}"/>
              </a:ext>
            </a:extLst>
          </p:cNvPr>
          <p:cNvSpPr/>
          <p:nvPr/>
        </p:nvSpPr>
        <p:spPr>
          <a:xfrm>
            <a:off x="6087670" y="5188645"/>
            <a:ext cx="193338" cy="469786"/>
          </a:xfrm>
          <a:prstGeom prst="down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70F716-614A-5192-47F2-03ECA731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11" y="129196"/>
            <a:ext cx="8493927" cy="77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FB8A-546A-1F7A-D046-4FD3FD7E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318" y="1246133"/>
            <a:ext cx="8911687" cy="63742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5EF64-7A05-15C9-2845-6EA289674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49" y="1972220"/>
            <a:ext cx="11226799" cy="377762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is the process by which the Operating System assigns portions of main memory (RAM) to processes and programs for execution.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8F9346-1817-BF44-ED13-322A530498BF}"/>
              </a:ext>
            </a:extLst>
          </p:cNvPr>
          <p:cNvSpPr/>
          <p:nvPr/>
        </p:nvSpPr>
        <p:spPr>
          <a:xfrm>
            <a:off x="5044016" y="2848560"/>
            <a:ext cx="2751667" cy="914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9B88E3-A390-E032-6632-E5CDE5DC86B5}"/>
              </a:ext>
            </a:extLst>
          </p:cNvPr>
          <p:cNvSpPr/>
          <p:nvPr/>
        </p:nvSpPr>
        <p:spPr>
          <a:xfrm>
            <a:off x="2110318" y="5292642"/>
            <a:ext cx="2751666" cy="914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Allocation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CEE638-A1EC-2D9D-712E-52C28195E635}"/>
              </a:ext>
            </a:extLst>
          </p:cNvPr>
          <p:cNvSpPr/>
          <p:nvPr/>
        </p:nvSpPr>
        <p:spPr>
          <a:xfrm>
            <a:off x="8439679" y="5292642"/>
            <a:ext cx="2751666" cy="914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Allocation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847076D-097B-A732-36A0-27C7E157C88F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4691499" y="2557611"/>
            <a:ext cx="523003" cy="2933701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888FCE9-8B49-C80C-162F-9FCFA35713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08831" y="2265171"/>
            <a:ext cx="523002" cy="3500966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B75E23-C963-27A5-DDA0-1FF653A90198}"/>
              </a:ext>
            </a:extLst>
          </p:cNvPr>
          <p:cNvCxnSpPr>
            <a:cxnSpLocks/>
          </p:cNvCxnSpPr>
          <p:nvPr/>
        </p:nvCxnSpPr>
        <p:spPr>
          <a:xfrm>
            <a:off x="9897533" y="4277155"/>
            <a:ext cx="0" cy="101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9023DE-605A-1296-BFD7-7626AA0F7B76}"/>
              </a:ext>
            </a:extLst>
          </p:cNvPr>
          <p:cNvCxnSpPr>
            <a:cxnSpLocks/>
          </p:cNvCxnSpPr>
          <p:nvPr/>
        </p:nvCxnSpPr>
        <p:spPr>
          <a:xfrm>
            <a:off x="3486151" y="4277155"/>
            <a:ext cx="0" cy="101600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DD879ED7-AAE1-9426-29ED-2510D057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918" y="146652"/>
            <a:ext cx="8444072" cy="7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7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2C65-01BC-8576-787D-C17C1ED6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991" y="1496177"/>
            <a:ext cx="6424075" cy="6712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Memory Allocation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017656-B33F-D6EE-6D39-F04DD6A27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4056" y="2560968"/>
            <a:ext cx="8211077" cy="3672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7CE82-23B1-8DA2-EBA4-8106DC650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857" y="357233"/>
            <a:ext cx="8211077" cy="75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2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5FB4-B962-7AEB-2973-05042413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161" y="1326116"/>
            <a:ext cx="6982875" cy="7474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Operation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95BB-84BC-BF91-3EE2-B0D8DA470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2133600"/>
            <a:ext cx="11514665" cy="3777622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(Input/Output) Operation Management is the function of the Operating System that controls and coordinates data transfer between the CPU, memory, and external devices such as keyboards, disks, printers, and network interfaces.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93D790-DA69-67A3-833B-D3F0CC110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354408"/>
              </p:ext>
            </p:extLst>
          </p:nvPr>
        </p:nvGraphicFramePr>
        <p:xfrm>
          <a:off x="2249485" y="3256739"/>
          <a:ext cx="1622743" cy="3359280"/>
        </p:xfrm>
        <a:graphic>
          <a:graphicData uri="http://schemas.openxmlformats.org/drawingml/2006/table">
            <a:tbl>
              <a:tblPr/>
              <a:tblGrid>
                <a:gridCol w="1622743">
                  <a:extLst>
                    <a:ext uri="{9D8B030D-6E8A-4147-A177-3AD203B41FA5}">
                      <a16:colId xmlns:a16="http://schemas.microsoft.com/office/drawing/2014/main" val="1695224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84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038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52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61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221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ioctl()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96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select()/poll()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8814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906344-31D2-0AD8-26B3-EFB429E3A5F8}"/>
              </a:ext>
            </a:extLst>
          </p:cNvPr>
          <p:cNvSpPr txBox="1"/>
          <p:nvPr/>
        </p:nvSpPr>
        <p:spPr>
          <a:xfrm>
            <a:off x="7086599" y="3809032"/>
            <a:ext cx="2658534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Mouse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/ SSD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Adapter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7740D-D3E9-7DE2-B5EB-FB2D1EA83E52}"/>
              </a:ext>
            </a:extLst>
          </p:cNvPr>
          <p:cNvSpPr txBox="1"/>
          <p:nvPr/>
        </p:nvSpPr>
        <p:spPr>
          <a:xfrm>
            <a:off x="7086599" y="3285067"/>
            <a:ext cx="1278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007190-6DBE-CA57-C6A3-345E2AB9E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392" y="303956"/>
            <a:ext cx="7998876" cy="73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54B6-7E00-CCF6-F31B-DBA14283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780" y="1309910"/>
            <a:ext cx="8591542" cy="705157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OS 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10B0F-F062-1892-0554-5AF103FA8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0780" y="2667000"/>
            <a:ext cx="2392666" cy="3778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0347EE-8447-93B8-A2FB-B901F7982507}"/>
              </a:ext>
            </a:extLst>
          </p:cNvPr>
          <p:cNvSpPr txBox="1"/>
          <p:nvPr/>
        </p:nvSpPr>
        <p:spPr>
          <a:xfrm>
            <a:off x="6925732" y="2444081"/>
            <a:ext cx="4255022" cy="40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Used: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open() – open video file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read() – read video data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map file into memory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write() – send output to display/audio device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close() – close file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DA363A-6E09-DC2A-AEAE-EE82B80BF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780" y="390831"/>
            <a:ext cx="8068734" cy="73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49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B3D2-737F-9040-829A-A3586DE4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925" y="1707843"/>
            <a:ext cx="2868075" cy="781357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E162-AACC-3CF7-F5A9-CDC4F7E26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7" y="2819400"/>
            <a:ext cx="10100733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efficiently manages process scheduling, memory allocation, and I/O operations to ensure better performance, multitasking, and reliable communication between software and hardware.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improves CPU utilization.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ensures efficient RAM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management enables fast and reliable data transfer.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connect applications with the OS kernel.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8354D-6452-FF71-13F7-2F240B160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099" y="509633"/>
            <a:ext cx="8534035" cy="78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5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D566-C54A-343D-C756-24181931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725" y="3063721"/>
            <a:ext cx="4967808" cy="730557"/>
          </a:xfrm>
        </p:spPr>
        <p:txBody>
          <a:bodyPr>
            <a:no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AD7DA-3DDB-C7EB-CEE1-0047545D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267" y="475767"/>
            <a:ext cx="8424334" cy="77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136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377</TotalTime>
  <Words>441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Times New Roman</vt:lpstr>
      <vt:lpstr>Wingdings</vt:lpstr>
      <vt:lpstr>Wingdings 3</vt:lpstr>
      <vt:lpstr>Wisp</vt:lpstr>
      <vt:lpstr>Operating System Management Process Scheduling, Memory Allocation &amp; I/O Operations</vt:lpstr>
      <vt:lpstr>Introduction to Operating System</vt:lpstr>
      <vt:lpstr>OPERATING SYSTEM FUNCTIONS</vt:lpstr>
      <vt:lpstr>Process Scheduling</vt:lpstr>
      <vt:lpstr>ALGORITHMS </vt:lpstr>
      <vt:lpstr>Memory Allocation</vt:lpstr>
      <vt:lpstr>Benefits of Memory Allocation</vt:lpstr>
      <vt:lpstr>I/O Operation Management </vt:lpstr>
      <vt:lpstr>Interaction Between OS Components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Sobitha D</dc:creator>
  <cp:lastModifiedBy>Sobitha D</cp:lastModifiedBy>
  <cp:revision>5</cp:revision>
  <dcterms:created xsi:type="dcterms:W3CDTF">2026-07-16T04:25:16Z</dcterms:created>
  <dcterms:modified xsi:type="dcterms:W3CDTF">2026-07-25T05:20:22Z</dcterms:modified>
</cp:coreProperties>
</file>